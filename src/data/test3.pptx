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93D200-E920-4350-83B2-DC4FD2E23281}" type="doc">
      <dgm:prSet loTypeId="urn:microsoft.com/office/officeart/2005/8/layout/hProcess9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937DE6-AA4B-4B5A-9ABB-6222B03C668A}">
      <dgm:prSet custT="1"/>
      <dgm:spPr/>
      <dgm:t>
        <a:bodyPr/>
        <a:lstStyle/>
        <a:p>
          <a:pPr rtl="0"/>
          <a:r>
            <a:rPr lang="en-US" sz="1600" b="1" dirty="0"/>
            <a:t>Something to start with</a:t>
          </a:r>
        </a:p>
      </dgm:t>
    </dgm:pt>
    <dgm:pt modelId="{834E7E9E-5C5F-4A89-9A02-5AC835DFA8A0}" type="parTrans" cxnId="{84928473-132F-4C6F-8E6A-E0B8A098A659}">
      <dgm:prSet/>
      <dgm:spPr/>
      <dgm:t>
        <a:bodyPr/>
        <a:lstStyle/>
        <a:p>
          <a:endParaRPr lang="en-US"/>
        </a:p>
      </dgm:t>
    </dgm:pt>
    <dgm:pt modelId="{443EB150-C49E-4B58-9ADD-0BD920DA05B2}" type="sibTrans" cxnId="{84928473-132F-4C6F-8E6A-E0B8A098A659}">
      <dgm:prSet/>
      <dgm:spPr/>
      <dgm:t>
        <a:bodyPr/>
        <a:lstStyle/>
        <a:p>
          <a:endParaRPr lang="en-US"/>
        </a:p>
      </dgm:t>
    </dgm:pt>
    <dgm:pt modelId="{3280CB96-103C-4F8E-BF6C-5304E958AD8C}">
      <dgm:prSet custT="1"/>
      <dgm:spPr/>
      <dgm:t>
        <a:bodyPr/>
        <a:lstStyle/>
        <a:p>
          <a:pPr rtl="0"/>
          <a:r>
            <a:rPr lang="en-US" sz="1600" b="1" dirty="0">
              <a:solidFill>
                <a:schemeClr val="bg1"/>
              </a:solidFill>
            </a:rPr>
            <a:t>Add features and fix more bugs</a:t>
          </a:r>
        </a:p>
      </dgm:t>
    </dgm:pt>
    <dgm:pt modelId="{E883BE40-BC4D-47FD-8D0B-78AF069F057A}" type="parTrans" cxnId="{591814D9-E7CD-410C-93AD-23A2BAD488C2}">
      <dgm:prSet/>
      <dgm:spPr/>
      <dgm:t>
        <a:bodyPr/>
        <a:lstStyle/>
        <a:p>
          <a:endParaRPr lang="en-US"/>
        </a:p>
      </dgm:t>
    </dgm:pt>
    <dgm:pt modelId="{6733EC59-BB20-4386-8EFB-4221DEFAB717}" type="sibTrans" cxnId="{591814D9-E7CD-410C-93AD-23A2BAD488C2}">
      <dgm:prSet/>
      <dgm:spPr/>
      <dgm:t>
        <a:bodyPr/>
        <a:lstStyle/>
        <a:p>
          <a:endParaRPr lang="en-US"/>
        </a:p>
      </dgm:t>
    </dgm:pt>
    <dgm:pt modelId="{CF5FAD27-B4A9-4590-AA7E-F1B8AA5AFAF4}">
      <dgm:prSet custT="1"/>
      <dgm:spPr/>
      <dgm:t>
        <a:bodyPr/>
        <a:lstStyle/>
        <a:p>
          <a:pPr rtl="0"/>
          <a:r>
            <a:rPr lang="en-US" sz="1600" b="1" dirty="0"/>
            <a:t>All this to get </a:t>
          </a:r>
          <a:r>
            <a:rPr lang="en-US" sz="1600" b="1" dirty="0" err="1"/>
            <a:t>LibreOffice</a:t>
          </a:r>
          <a:r>
            <a:rPr lang="en-US" sz="1600" b="1" dirty="0"/>
            <a:t> 3.5!</a:t>
          </a:r>
          <a:endParaRPr lang="en-US" sz="1600" b="1" dirty="0">
            <a:solidFill>
              <a:schemeClr val="bg1"/>
            </a:solidFill>
          </a:endParaRPr>
        </a:p>
      </dgm:t>
    </dgm:pt>
    <dgm:pt modelId="{5B112825-1E98-43A8-91B4-05F458C4B354}" type="parTrans" cxnId="{5D2CA725-0A33-4AFD-8A98-5ADC2255BD82}">
      <dgm:prSet/>
      <dgm:spPr/>
      <dgm:t>
        <a:bodyPr/>
        <a:lstStyle/>
        <a:p>
          <a:endParaRPr lang="en-US"/>
        </a:p>
      </dgm:t>
    </dgm:pt>
    <dgm:pt modelId="{3842FA35-1C93-42E9-8BB3-8DA780E2B55C}" type="sibTrans" cxnId="{5D2CA725-0A33-4AFD-8A98-5ADC2255BD82}">
      <dgm:prSet/>
      <dgm:spPr/>
      <dgm:t>
        <a:bodyPr/>
        <a:lstStyle/>
        <a:p>
          <a:endParaRPr lang="en-US"/>
        </a:p>
      </dgm:t>
    </dgm:pt>
    <dgm:pt modelId="{39CD45F0-20F0-4314-9AC7-06DA2C48BA70}">
      <dgm:prSet custT="1"/>
      <dgm:spPr/>
      <dgm:t>
        <a:bodyPr/>
        <a:lstStyle/>
        <a:p>
          <a:pPr rtl="0"/>
          <a:r>
            <a:rPr lang="en-US" sz="1600" b="1" dirty="0"/>
            <a:t>Cleanup</a:t>
          </a:r>
          <a:endParaRPr lang="en-US" sz="1600" dirty="0"/>
        </a:p>
      </dgm:t>
    </dgm:pt>
    <dgm:pt modelId="{89049F11-A74D-4154-B326-950ACC306FEA}" type="parTrans" cxnId="{248FB924-DEB5-4274-9502-88B974A0D968}">
      <dgm:prSet/>
      <dgm:spPr/>
      <dgm:t>
        <a:bodyPr/>
        <a:lstStyle/>
        <a:p>
          <a:endParaRPr lang="en-US"/>
        </a:p>
      </dgm:t>
    </dgm:pt>
    <dgm:pt modelId="{B29DEFB7-693F-4033-B226-D0D7FAAED0B2}" type="sibTrans" cxnId="{248FB924-DEB5-4274-9502-88B974A0D968}">
      <dgm:prSet/>
      <dgm:spPr/>
      <dgm:t>
        <a:bodyPr/>
        <a:lstStyle/>
        <a:p>
          <a:endParaRPr lang="en-US"/>
        </a:p>
      </dgm:t>
    </dgm:pt>
    <dgm:pt modelId="{FE4A0A36-0340-4401-A243-3DF81EF122C8}">
      <dgm:prSet custT="1"/>
      <dgm:spPr/>
      <dgm:t>
        <a:bodyPr/>
        <a:lstStyle/>
        <a:p>
          <a:pPr rtl="0"/>
          <a:r>
            <a:rPr lang="en-US" sz="1600" b="1" dirty="0"/>
            <a:t>Fix bugs</a:t>
          </a:r>
          <a:endParaRPr lang="en-US" sz="1600" dirty="0"/>
        </a:p>
      </dgm:t>
    </dgm:pt>
    <dgm:pt modelId="{D8D9C5C3-3D5C-4FA1-A632-DB8F8E1E44D8}" type="parTrans" cxnId="{BC4653F5-15FD-467A-BA70-027281E35899}">
      <dgm:prSet/>
      <dgm:spPr/>
      <dgm:t>
        <a:bodyPr/>
        <a:lstStyle/>
        <a:p>
          <a:endParaRPr lang="en-US"/>
        </a:p>
      </dgm:t>
    </dgm:pt>
    <dgm:pt modelId="{A20453E4-CBB5-4E5C-B049-3E7806FFDCFB}" type="sibTrans" cxnId="{BC4653F5-15FD-467A-BA70-027281E35899}">
      <dgm:prSet/>
      <dgm:spPr/>
      <dgm:t>
        <a:bodyPr/>
        <a:lstStyle/>
        <a:p>
          <a:endParaRPr lang="en-US"/>
        </a:p>
      </dgm:t>
    </dgm:pt>
    <dgm:pt modelId="{AE35D762-C640-43EF-87F8-A227B17C46E1}" type="pres">
      <dgm:prSet presAssocID="{DC93D200-E920-4350-83B2-DC4FD2E23281}" presName="CompostProcess" presStyleCnt="0">
        <dgm:presLayoutVars>
          <dgm:dir/>
          <dgm:resizeHandles val="exact"/>
        </dgm:presLayoutVars>
      </dgm:prSet>
      <dgm:spPr/>
    </dgm:pt>
    <dgm:pt modelId="{DE618055-EF10-4152-95E6-49B7A13A1478}" type="pres">
      <dgm:prSet presAssocID="{DC93D200-E920-4350-83B2-DC4FD2E23281}" presName="arrow" presStyleLbl="bgShp" presStyleIdx="0" presStyleCnt="1" custLinFactNeighborY="2273"/>
      <dgm:spPr/>
    </dgm:pt>
    <dgm:pt modelId="{5D0D0289-2123-4DB3-B742-780ABBEE29A6}" type="pres">
      <dgm:prSet presAssocID="{DC93D200-E920-4350-83B2-DC4FD2E23281}" presName="linearProcess" presStyleCnt="0"/>
      <dgm:spPr/>
    </dgm:pt>
    <dgm:pt modelId="{95727E2E-12AA-47B6-A79A-C74594B6DA34}" type="pres">
      <dgm:prSet presAssocID="{4A937DE6-AA4B-4B5A-9ABB-6222B03C668A}" presName="textNode" presStyleLbl="node1" presStyleIdx="0" presStyleCnt="5">
        <dgm:presLayoutVars>
          <dgm:bulletEnabled val="1"/>
        </dgm:presLayoutVars>
      </dgm:prSet>
      <dgm:spPr/>
    </dgm:pt>
    <dgm:pt modelId="{3C855B05-0B57-42CD-BCEF-E796D88ECF65}" type="pres">
      <dgm:prSet presAssocID="{443EB150-C49E-4B58-9ADD-0BD920DA05B2}" presName="sibTrans" presStyleCnt="0"/>
      <dgm:spPr/>
    </dgm:pt>
    <dgm:pt modelId="{97F2192E-E663-48E3-B1F4-D700D253D9EE}" type="pres">
      <dgm:prSet presAssocID="{39CD45F0-20F0-4314-9AC7-06DA2C48BA70}" presName="textNode" presStyleLbl="node1" presStyleIdx="1" presStyleCnt="5">
        <dgm:presLayoutVars>
          <dgm:bulletEnabled val="1"/>
        </dgm:presLayoutVars>
      </dgm:prSet>
      <dgm:spPr/>
    </dgm:pt>
    <dgm:pt modelId="{AA8C0863-6B82-4033-963A-D6E6BA7C462D}" type="pres">
      <dgm:prSet presAssocID="{B29DEFB7-693F-4033-B226-D0D7FAAED0B2}" presName="sibTrans" presStyleCnt="0"/>
      <dgm:spPr/>
    </dgm:pt>
    <dgm:pt modelId="{150922E9-A757-4A57-BE5B-44547F0CF16D}" type="pres">
      <dgm:prSet presAssocID="{FE4A0A36-0340-4401-A243-3DF81EF122C8}" presName="textNode" presStyleLbl="node1" presStyleIdx="2" presStyleCnt="5">
        <dgm:presLayoutVars>
          <dgm:bulletEnabled val="1"/>
        </dgm:presLayoutVars>
      </dgm:prSet>
      <dgm:spPr/>
    </dgm:pt>
    <dgm:pt modelId="{4DD357B5-4361-4500-83FF-DA7D9247645D}" type="pres">
      <dgm:prSet presAssocID="{A20453E4-CBB5-4E5C-B049-3E7806FFDCFB}" presName="sibTrans" presStyleCnt="0"/>
      <dgm:spPr/>
    </dgm:pt>
    <dgm:pt modelId="{646C2C25-358E-44E6-A9F4-6648A3926777}" type="pres">
      <dgm:prSet presAssocID="{3280CB96-103C-4F8E-BF6C-5304E958AD8C}" presName="textNode" presStyleLbl="node1" presStyleIdx="3" presStyleCnt="5">
        <dgm:presLayoutVars>
          <dgm:bulletEnabled val="1"/>
        </dgm:presLayoutVars>
      </dgm:prSet>
      <dgm:spPr/>
    </dgm:pt>
    <dgm:pt modelId="{F7A9FBA7-7210-4CC4-BC81-47B0E2E4700D}" type="pres">
      <dgm:prSet presAssocID="{6733EC59-BB20-4386-8EFB-4221DEFAB717}" presName="sibTrans" presStyleCnt="0"/>
      <dgm:spPr/>
    </dgm:pt>
    <dgm:pt modelId="{977EAF0B-D938-417D-AA0B-EE912A0C305A}" type="pres">
      <dgm:prSet presAssocID="{CF5FAD27-B4A9-4590-AA7E-F1B8AA5AFAF4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248FB924-DEB5-4274-9502-88B974A0D968}" srcId="{DC93D200-E920-4350-83B2-DC4FD2E23281}" destId="{39CD45F0-20F0-4314-9AC7-06DA2C48BA70}" srcOrd="1" destOrd="0" parTransId="{89049F11-A74D-4154-B326-950ACC306FEA}" sibTransId="{B29DEFB7-693F-4033-B226-D0D7FAAED0B2}"/>
    <dgm:cxn modelId="{5D2CA725-0A33-4AFD-8A98-5ADC2255BD82}" srcId="{DC93D200-E920-4350-83B2-DC4FD2E23281}" destId="{CF5FAD27-B4A9-4590-AA7E-F1B8AA5AFAF4}" srcOrd="4" destOrd="0" parTransId="{5B112825-1E98-43A8-91B4-05F458C4B354}" sibTransId="{3842FA35-1C93-42E9-8BB3-8DA780E2B55C}"/>
    <dgm:cxn modelId="{93FB1145-0A65-4A1A-8D2E-2530D18737D3}" type="presOf" srcId="{39CD45F0-20F0-4314-9AC7-06DA2C48BA70}" destId="{97F2192E-E663-48E3-B1F4-D700D253D9EE}" srcOrd="0" destOrd="0" presId="urn:microsoft.com/office/officeart/2005/8/layout/hProcess9"/>
    <dgm:cxn modelId="{0E7D5551-68AB-4C6D-999F-03C77EB25088}" type="presOf" srcId="{CF5FAD27-B4A9-4590-AA7E-F1B8AA5AFAF4}" destId="{977EAF0B-D938-417D-AA0B-EE912A0C305A}" srcOrd="0" destOrd="0" presId="urn:microsoft.com/office/officeart/2005/8/layout/hProcess9"/>
    <dgm:cxn modelId="{84928473-132F-4C6F-8E6A-E0B8A098A659}" srcId="{DC93D200-E920-4350-83B2-DC4FD2E23281}" destId="{4A937DE6-AA4B-4B5A-9ABB-6222B03C668A}" srcOrd="0" destOrd="0" parTransId="{834E7E9E-5C5F-4A89-9A02-5AC835DFA8A0}" sibTransId="{443EB150-C49E-4B58-9ADD-0BD920DA05B2}"/>
    <dgm:cxn modelId="{7D4D4176-2A25-4683-BECA-4D259B02AC51}" type="presOf" srcId="{FE4A0A36-0340-4401-A243-3DF81EF122C8}" destId="{150922E9-A757-4A57-BE5B-44547F0CF16D}" srcOrd="0" destOrd="0" presId="urn:microsoft.com/office/officeart/2005/8/layout/hProcess9"/>
    <dgm:cxn modelId="{CC3BFF77-2332-4DDB-902E-506C29D031C1}" type="presOf" srcId="{3280CB96-103C-4F8E-BF6C-5304E958AD8C}" destId="{646C2C25-358E-44E6-A9F4-6648A3926777}" srcOrd="0" destOrd="0" presId="urn:microsoft.com/office/officeart/2005/8/layout/hProcess9"/>
    <dgm:cxn modelId="{AEF7DC79-D37F-4884-B431-EF5264BFBE98}" type="presOf" srcId="{DC93D200-E920-4350-83B2-DC4FD2E23281}" destId="{AE35D762-C640-43EF-87F8-A227B17C46E1}" srcOrd="0" destOrd="0" presId="urn:microsoft.com/office/officeart/2005/8/layout/hProcess9"/>
    <dgm:cxn modelId="{052060B9-96AB-4857-AE01-8AB9B02B4DB2}" type="presOf" srcId="{4A937DE6-AA4B-4B5A-9ABB-6222B03C668A}" destId="{95727E2E-12AA-47B6-A79A-C74594B6DA34}" srcOrd="0" destOrd="0" presId="urn:microsoft.com/office/officeart/2005/8/layout/hProcess9"/>
    <dgm:cxn modelId="{591814D9-E7CD-410C-93AD-23A2BAD488C2}" srcId="{DC93D200-E920-4350-83B2-DC4FD2E23281}" destId="{3280CB96-103C-4F8E-BF6C-5304E958AD8C}" srcOrd="3" destOrd="0" parTransId="{E883BE40-BC4D-47FD-8D0B-78AF069F057A}" sibTransId="{6733EC59-BB20-4386-8EFB-4221DEFAB717}"/>
    <dgm:cxn modelId="{BC4653F5-15FD-467A-BA70-027281E35899}" srcId="{DC93D200-E920-4350-83B2-DC4FD2E23281}" destId="{FE4A0A36-0340-4401-A243-3DF81EF122C8}" srcOrd="2" destOrd="0" parTransId="{D8D9C5C3-3D5C-4FA1-A632-DB8F8E1E44D8}" sibTransId="{A20453E4-CBB5-4E5C-B049-3E7806FFDCFB}"/>
    <dgm:cxn modelId="{8D32E56D-BD91-47ED-9FBF-62C9C48B018F}" type="presParOf" srcId="{AE35D762-C640-43EF-87F8-A227B17C46E1}" destId="{DE618055-EF10-4152-95E6-49B7A13A1478}" srcOrd="0" destOrd="0" presId="urn:microsoft.com/office/officeart/2005/8/layout/hProcess9"/>
    <dgm:cxn modelId="{FA36262C-62F5-4465-ADDA-A621BC42EF0C}" type="presParOf" srcId="{AE35D762-C640-43EF-87F8-A227B17C46E1}" destId="{5D0D0289-2123-4DB3-B742-780ABBEE29A6}" srcOrd="1" destOrd="0" presId="urn:microsoft.com/office/officeart/2005/8/layout/hProcess9"/>
    <dgm:cxn modelId="{7C37F6D4-B607-494E-BC8B-F4C0D91AA779}" type="presParOf" srcId="{5D0D0289-2123-4DB3-B742-780ABBEE29A6}" destId="{95727E2E-12AA-47B6-A79A-C74594B6DA34}" srcOrd="0" destOrd="0" presId="urn:microsoft.com/office/officeart/2005/8/layout/hProcess9"/>
    <dgm:cxn modelId="{A58F8A0D-1D6E-4F54-9513-7FBAEE640CED}" type="presParOf" srcId="{5D0D0289-2123-4DB3-B742-780ABBEE29A6}" destId="{3C855B05-0B57-42CD-BCEF-E796D88ECF65}" srcOrd="1" destOrd="0" presId="urn:microsoft.com/office/officeart/2005/8/layout/hProcess9"/>
    <dgm:cxn modelId="{7196F734-28E0-44B9-8A90-180428811753}" type="presParOf" srcId="{5D0D0289-2123-4DB3-B742-780ABBEE29A6}" destId="{97F2192E-E663-48E3-B1F4-D700D253D9EE}" srcOrd="2" destOrd="0" presId="urn:microsoft.com/office/officeart/2005/8/layout/hProcess9"/>
    <dgm:cxn modelId="{0BCCE696-FE72-434E-B2F0-96990AB8BD18}" type="presParOf" srcId="{5D0D0289-2123-4DB3-B742-780ABBEE29A6}" destId="{AA8C0863-6B82-4033-963A-D6E6BA7C462D}" srcOrd="3" destOrd="0" presId="urn:microsoft.com/office/officeart/2005/8/layout/hProcess9"/>
    <dgm:cxn modelId="{B26991CB-6F99-4EC0-9C13-8009D1185C66}" type="presParOf" srcId="{5D0D0289-2123-4DB3-B742-780ABBEE29A6}" destId="{150922E9-A757-4A57-BE5B-44547F0CF16D}" srcOrd="4" destOrd="0" presId="urn:microsoft.com/office/officeart/2005/8/layout/hProcess9"/>
    <dgm:cxn modelId="{F32F329A-EB44-4B4A-96AD-EC1E3435F22E}" type="presParOf" srcId="{5D0D0289-2123-4DB3-B742-780ABBEE29A6}" destId="{4DD357B5-4361-4500-83FF-DA7D9247645D}" srcOrd="5" destOrd="0" presId="urn:microsoft.com/office/officeart/2005/8/layout/hProcess9"/>
    <dgm:cxn modelId="{0BB24D58-2286-4D14-8BFA-CFB7B6D0CFD7}" type="presParOf" srcId="{5D0D0289-2123-4DB3-B742-780ABBEE29A6}" destId="{646C2C25-358E-44E6-A9F4-6648A3926777}" srcOrd="6" destOrd="0" presId="urn:microsoft.com/office/officeart/2005/8/layout/hProcess9"/>
    <dgm:cxn modelId="{A8F25707-2F4F-42AC-A303-DB3D98E5C37B}" type="presParOf" srcId="{5D0D0289-2123-4DB3-B742-780ABBEE29A6}" destId="{F7A9FBA7-7210-4CC4-BC81-47B0E2E4700D}" srcOrd="7" destOrd="0" presId="urn:microsoft.com/office/officeart/2005/8/layout/hProcess9"/>
    <dgm:cxn modelId="{9A323A23-B51B-4E4B-A996-B086A47FD1C5}" type="presParOf" srcId="{5D0D0289-2123-4DB3-B742-780ABBEE29A6}" destId="{977EAF0B-D938-417D-AA0B-EE912A0C305A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618055-EF10-4152-95E6-49B7A13A1478}">
      <dsp:nvSpPr>
        <dsp:cNvPr id="0" name=""/>
        <dsp:cNvSpPr/>
      </dsp:nvSpPr>
      <dsp:spPr>
        <a:xfrm>
          <a:off x="600074" y="0"/>
          <a:ext cx="6800850" cy="3352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5727E2E-12AA-47B6-A79A-C74594B6DA34}">
      <dsp:nvSpPr>
        <dsp:cNvPr id="0" name=""/>
        <dsp:cNvSpPr/>
      </dsp:nvSpPr>
      <dsp:spPr>
        <a:xfrm>
          <a:off x="2344" y="1005840"/>
          <a:ext cx="1411113" cy="13411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Something to start with</a:t>
          </a:r>
        </a:p>
      </dsp:txBody>
      <dsp:txXfrm>
        <a:off x="67812" y="1071308"/>
        <a:ext cx="1280177" cy="1210184"/>
      </dsp:txXfrm>
    </dsp:sp>
    <dsp:sp modelId="{97F2192E-E663-48E3-B1F4-D700D253D9EE}">
      <dsp:nvSpPr>
        <dsp:cNvPr id="0" name=""/>
        <dsp:cNvSpPr/>
      </dsp:nvSpPr>
      <dsp:spPr>
        <a:xfrm>
          <a:off x="1648643" y="1005840"/>
          <a:ext cx="1411113" cy="13411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Cleanup</a:t>
          </a:r>
          <a:endParaRPr lang="en-US" sz="1600" kern="1200" dirty="0"/>
        </a:p>
      </dsp:txBody>
      <dsp:txXfrm>
        <a:off x="1714111" y="1071308"/>
        <a:ext cx="1280177" cy="1210184"/>
      </dsp:txXfrm>
    </dsp:sp>
    <dsp:sp modelId="{150922E9-A757-4A57-BE5B-44547F0CF16D}">
      <dsp:nvSpPr>
        <dsp:cNvPr id="0" name=""/>
        <dsp:cNvSpPr/>
      </dsp:nvSpPr>
      <dsp:spPr>
        <a:xfrm>
          <a:off x="3294943" y="1005840"/>
          <a:ext cx="1411113" cy="13411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Fix bugs</a:t>
          </a:r>
          <a:endParaRPr lang="en-US" sz="1600" kern="1200" dirty="0"/>
        </a:p>
      </dsp:txBody>
      <dsp:txXfrm>
        <a:off x="3360411" y="1071308"/>
        <a:ext cx="1280177" cy="1210184"/>
      </dsp:txXfrm>
    </dsp:sp>
    <dsp:sp modelId="{646C2C25-358E-44E6-A9F4-6648A3926777}">
      <dsp:nvSpPr>
        <dsp:cNvPr id="0" name=""/>
        <dsp:cNvSpPr/>
      </dsp:nvSpPr>
      <dsp:spPr>
        <a:xfrm>
          <a:off x="4941242" y="1005840"/>
          <a:ext cx="1411113" cy="13411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bg1"/>
              </a:solidFill>
            </a:rPr>
            <a:t>Add features and fix more bugs</a:t>
          </a:r>
        </a:p>
      </dsp:txBody>
      <dsp:txXfrm>
        <a:off x="5006710" y="1071308"/>
        <a:ext cx="1280177" cy="1210184"/>
      </dsp:txXfrm>
    </dsp:sp>
    <dsp:sp modelId="{977EAF0B-D938-417D-AA0B-EE912A0C305A}">
      <dsp:nvSpPr>
        <dsp:cNvPr id="0" name=""/>
        <dsp:cNvSpPr/>
      </dsp:nvSpPr>
      <dsp:spPr>
        <a:xfrm>
          <a:off x="6587542" y="1005840"/>
          <a:ext cx="1411113" cy="13411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All this to get </a:t>
          </a:r>
          <a:r>
            <a:rPr lang="en-US" sz="1600" b="1" kern="1200" dirty="0" err="1"/>
            <a:t>LibreOffice</a:t>
          </a:r>
          <a:r>
            <a:rPr lang="en-US" sz="1600" b="1" kern="1200" dirty="0"/>
            <a:t> 3.5!</a:t>
          </a:r>
          <a:endParaRPr lang="en-US" sz="1600" b="1" kern="1200" dirty="0">
            <a:solidFill>
              <a:schemeClr val="bg1"/>
            </a:solidFill>
          </a:endParaRPr>
        </a:p>
      </dsp:txBody>
      <dsp:txXfrm>
        <a:off x="6653010" y="1071308"/>
        <a:ext cx="1280177" cy="12101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7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4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3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5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3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26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3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2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0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0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2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69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01683911"/>
              </p:ext>
            </p:extLst>
          </p:nvPr>
        </p:nvGraphicFramePr>
        <p:xfrm>
          <a:off x="381000" y="3352800"/>
          <a:ext cx="8001000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984250" y="255588"/>
            <a:ext cx="7443788" cy="9890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lnSpc>
                <a:spcPct val="89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1" dirty="0">
                <a:solidFill>
                  <a:srgbClr val="455560"/>
                </a:solidFill>
              </a:rPr>
              <a:t>Sample Slide containing </a:t>
            </a:r>
            <a:r>
              <a:rPr lang="en-US" sz="3200" b="1">
                <a:solidFill>
                  <a:srgbClr val="455560"/>
                </a:solidFill>
              </a:rPr>
              <a:t>Smart Art</a:t>
            </a:r>
            <a:endParaRPr lang="en-US" sz="3200" b="1" dirty="0">
              <a:solidFill>
                <a:srgbClr val="455560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90600" y="1371600"/>
            <a:ext cx="7099300" cy="44529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1030288" indent="-1030288">
              <a:lnSpc>
                <a:spcPct val="98000"/>
              </a:lnSpc>
              <a:spcAft>
                <a:spcPts val="863"/>
              </a:spcAft>
              <a:buClr>
                <a:srgbClr val="455560"/>
              </a:buClr>
              <a:buSzPct val="65000"/>
              <a:tabLst>
                <a:tab pos="0" algn="l"/>
                <a:tab pos="622300" algn="l"/>
                <a:tab pos="1079500" algn="l"/>
                <a:tab pos="1536700" algn="l"/>
                <a:tab pos="1993900" algn="l"/>
                <a:tab pos="2451100" algn="l"/>
                <a:tab pos="2908300" algn="l"/>
                <a:tab pos="3365500" algn="l"/>
                <a:tab pos="3822700" algn="l"/>
                <a:tab pos="4279900" algn="l"/>
                <a:tab pos="4737100" algn="l"/>
                <a:tab pos="5194300" algn="l"/>
                <a:tab pos="5651500" algn="l"/>
                <a:tab pos="6108700" algn="l"/>
                <a:tab pos="6565900" algn="l"/>
                <a:tab pos="7023100" algn="l"/>
                <a:tab pos="7480300" algn="l"/>
                <a:tab pos="7937500" algn="l"/>
                <a:tab pos="8394700" algn="l"/>
                <a:tab pos="8851900" algn="l"/>
                <a:tab pos="9309100" algn="l"/>
              </a:tabLst>
            </a:pPr>
            <a:r>
              <a:rPr lang="en-US" b="1" dirty="0">
                <a:solidFill>
                  <a:srgbClr val="455560"/>
                </a:solidFill>
                <a:cs typeface="Arial" charset="0"/>
              </a:rPr>
              <a:t>This is a test document with d</a:t>
            </a:r>
            <a:r>
              <a:rPr lang="en-US" sz="1800" b="1" dirty="0">
                <a:solidFill>
                  <a:srgbClr val="455560"/>
                </a:solidFill>
                <a:cs typeface="Arial" charset="0"/>
              </a:rPr>
              <a:t>ummy content – really!</a:t>
            </a:r>
          </a:p>
          <a:p>
            <a:pPr marL="1030288" lvl="0" indent="-1030288">
              <a:lnSpc>
                <a:spcPct val="98000"/>
              </a:lnSpc>
              <a:spcAft>
                <a:spcPts val="863"/>
              </a:spcAft>
              <a:buClr>
                <a:srgbClr val="455560"/>
              </a:buClr>
              <a:buSzPct val="65000"/>
              <a:tabLst>
                <a:tab pos="0" algn="l"/>
                <a:tab pos="622300" algn="l"/>
                <a:tab pos="1079500" algn="l"/>
                <a:tab pos="1536700" algn="l"/>
                <a:tab pos="1993900" algn="l"/>
                <a:tab pos="2451100" algn="l"/>
                <a:tab pos="2908300" algn="l"/>
                <a:tab pos="3365500" algn="l"/>
                <a:tab pos="3822700" algn="l"/>
                <a:tab pos="4279900" algn="l"/>
                <a:tab pos="4737100" algn="l"/>
                <a:tab pos="5194300" algn="l"/>
                <a:tab pos="5651500" algn="l"/>
                <a:tab pos="6108700" algn="l"/>
                <a:tab pos="6565900" algn="l"/>
                <a:tab pos="7023100" algn="l"/>
                <a:tab pos="7480300" algn="l"/>
                <a:tab pos="7937500" algn="l"/>
                <a:tab pos="8394700" algn="l"/>
                <a:tab pos="8851900" algn="l"/>
                <a:tab pos="9309100" algn="l"/>
              </a:tabLst>
            </a:pPr>
            <a:endParaRPr lang="en-US" sz="1800" dirty="0"/>
          </a:p>
          <a:p>
            <a:pPr marL="165100" indent="-165100">
              <a:lnSpc>
                <a:spcPct val="98000"/>
              </a:lnSpc>
              <a:spcAft>
                <a:spcPts val="863"/>
              </a:spcAft>
              <a:buClr>
                <a:srgbClr val="455560"/>
              </a:buClr>
              <a:buSzPct val="65000"/>
              <a:tabLst>
                <a:tab pos="165100" algn="l"/>
                <a:tab pos="622300" algn="l"/>
                <a:tab pos="1079500" algn="l"/>
                <a:tab pos="1536700" algn="l"/>
                <a:tab pos="1993900" algn="l"/>
                <a:tab pos="2451100" algn="l"/>
                <a:tab pos="2908300" algn="l"/>
                <a:tab pos="3365500" algn="l"/>
                <a:tab pos="3822700" algn="l"/>
                <a:tab pos="4279900" algn="l"/>
                <a:tab pos="4737100" algn="l"/>
                <a:tab pos="5194300" algn="l"/>
                <a:tab pos="5651500" algn="l"/>
                <a:tab pos="6108700" algn="l"/>
                <a:tab pos="6565900" algn="l"/>
                <a:tab pos="7023100" algn="l"/>
                <a:tab pos="7480300" algn="l"/>
                <a:tab pos="7937500" algn="l"/>
                <a:tab pos="8394700" algn="l"/>
                <a:tab pos="8851900" algn="l"/>
                <a:tab pos="9309100" algn="l"/>
              </a:tabLst>
            </a:pPr>
            <a:endParaRPr lang="en-GB" sz="1800" dirty="0">
              <a:solidFill>
                <a:srgbClr val="45556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01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muthu</dc:creator>
  <cp:lastModifiedBy>lenovo</cp:lastModifiedBy>
  <cp:revision>6</cp:revision>
  <dcterms:created xsi:type="dcterms:W3CDTF">2011-12-30T10:34:04Z</dcterms:created>
  <dcterms:modified xsi:type="dcterms:W3CDTF">2026-02-04T16:23:38Z</dcterms:modified>
</cp:coreProperties>
</file>